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Clinical Lab Analysis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MIMIC-III based system for predefined clinical laboratory questions</a:t>
            </a:r>
          </a:p>
          <a:p>
            <a:r>
              <a:t>Team: Hala Hillou, Dana Nmarny, Anas Khoury, Alon Engel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Raw MIMIC-III lab data is large and hard to query ad hoc.</a:t>
            </a:r>
          </a:p>
          <a:p>
            <a:pPr/>
            <a:r>
              <a:rPr sz="1800"/>
              <a:t>Goal: automatically answer a defined set of clinical questions about an admission, a lab test, or a patient - reliably, transparently, reproducibly.</a:t>
            </a:r>
          </a:p>
          <a:p>
            <a:pPr/>
            <a:r>
              <a:rPr sz="1800"/>
              <a:t>Each answer ships with the exact code that produced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Data: source and preparation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Source: MIMIC-III tables ADMISSIONS, LABEVENTS, and D_LABITEMS.</a:t>
            </a:r>
          </a:p>
          <a:p>
            <a:pPr/>
            <a:r>
              <a:rPr sz="1800"/>
              <a:t>Schema inspection: confirmed required fields exist (HADM_ID, ITEMID, CHARTTIME, VALUENUM, VALUEUOM, FLAG, LABEL) and checked missing values.</a:t>
            </a:r>
          </a:p>
          <a:p>
            <a:pPr/>
            <a:r>
              <a:rPr sz="1800"/>
              <a:t>Cleaning/filtering: drop lab rows without HADM_ID (needed for the join), keep valid VALUENUM for numeric analysis, join LABEVENTS to ADMISSIONS on HADM_ID, add readable lab names from D_LABITEMS (ITEMID -&gt; LABEL).</a:t>
            </a:r>
          </a:p>
          <a:p>
            <a:pPr/>
            <a:r>
              <a:rPr sz="1800"/>
              <a:t>Result: one cleaned, merged dataset used by every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system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Takes one predefined question + parameters.</a:t>
            </a:r>
          </a:p>
          <a:p>
            <a:pPr/>
            <a:r>
              <a:rPr sz="1800"/>
              <a:t>Generates executable Python code, runs it, validates, corrects if needed, presents the result and the generated code.</a:t>
            </a:r>
          </a:p>
          <a:p>
            <a:pPr/>
            <a:r>
              <a:rPr sz="1800"/>
              <a:t>12 supported question types (the 5 base questions from Part 1, plus 7).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Layered, registry-driven pipeline: question id -&gt; generate code -&gt; execute -&gt; validate -&gt; correct -&gt; present.</a:t>
            </a:r>
          </a:p>
          <a:p>
            <a:pPr/>
            <a:r>
              <a:rPr sz="1800"/>
              <a:t>One question registry is the single source of truth: UI, generation, validation, and pipeline all read from it - adding a question is a one-place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12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Base (Part 1): abnormal results, latest value, trend over time, all tests, first-vs-last comparison.</a:t>
            </a:r>
          </a:p>
          <a:p>
            <a:pPr/>
            <a:r>
              <a:rPr sz="1800"/>
              <a:t>Added: summary stats (min/max/mean), abnormal vs normal counts, abnormal-by-test, distinct abnormal tests, values in a date range, patient admissions.</a:t>
            </a:r>
          </a:p>
          <a:p>
            <a:pPr/>
            <a:r>
              <a:rPr sz="1800"/>
              <a:t>Dataset-wide aggregate: abnormal vs normal counts across all admissions.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generation, validation,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Template generation: result = get_lab_trend(107521, 51221).</a:t>
            </a:r>
          </a:p>
          <a:p>
            <a:pPr/>
            <a:r>
              <a:rPr sz="1800"/>
              <a:t>Validation: expected columns + per-question rules (e.g. only-abnormal, single-row, time-ascending, counts add up).</a:t>
            </a:r>
          </a:p>
          <a:p>
            <a:pPr/>
            <a:r>
              <a:rPr sz="1800"/>
              <a:t>Correction: bounded rule-based retry that repairs generated-code errors.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Controlled natural language (optional LLM routing)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Optional free-text box routes a question to ONE supported template.</a:t>
            </a:r>
          </a:p>
          <a:p>
            <a:pPr/>
            <a:r>
              <a:rPr sz="1800"/>
              <a:t>The model only selects a template id + parameters - it never writes code, and it may decline when nothing fits (no forced approximate match).</a:t>
            </a:r>
          </a:p>
          <a:p>
            <a:pPr/>
            <a:r>
              <a:rPr sz="1800"/>
              <a:t>Rule-based by default; optional LLM fallback (Anthropic/OpenAI/Gemini) when an API key is set. Keys live only in a gitignored .env.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Advanced: guarded LLM code-generation (AgentCoder-style)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Optional "Advanced" mode: an LLM programmer agent writes pandas code for free-form questions, in a generate -&gt; run -&gt; validate -&gt; refine loop.</a:t>
            </a:r>
          </a:p>
          <a:p>
            <a:pPr/>
            <a:r>
              <a:rPr sz="1800"/>
              <a:t>Guardrails: AST allowlist (no imports, dunders, file/network, loops) + restricted exec exposing only pd and a read-only df, with a timeout and row cap; a deterministic validator gates every result.</a:t>
            </a:r>
          </a:p>
          <a:p>
            <a:pPr/>
            <a:r>
              <a:rPr sz="1800"/>
              <a:t>Inspired by AgentCoder (arXiv 2312.13010); lightweight, in-repo orchestration (no CrewAI/AutoGen). Off by default and clearly labelled experimental.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interface: role-based workspaces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Welcome page with two roles: Doctor (admission-level review) and Researcher (dataset-level analysis) - switch anytime, same pipeline.</a:t>
            </a:r>
          </a:p>
          <a:p>
            <a:pPr/>
            <a:r>
              <a:rPr sz="1800"/>
              <a:t>Each workspace surfaces its role's questions first as clickable cards.</a:t>
            </a:r>
          </a:p>
          <a:p>
            <a:pPr/>
            <a:r>
              <a:rPr sz="1800"/>
              <a:t>Three NL modes: Rules only | Rules, then AI | Advanced: AI writes code; escalation dialog re-runs an unmatched query in Advanced with one click.</a:t>
            </a:r>
          </a:p>
          <a:p>
            <a:pPr/>
            <a:r>
              <a:rPr sz="1800"/>
              <a:t>Results: metric cards, trend chart, color-coded status, and tabs for the result, validation audit, correction attempts, and generated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All 12 question types pass execution + validation across multiple admissions.</a:t>
            </a:r>
          </a:p>
          <a:p>
            <a:pPr/>
            <a:r>
              <a:rPr sz="1800"/>
              <a:t>Examples: Chloride latest 103 mEq/L; Hematocrit trend 57.9% -&gt; 44.4%; pO2 first 82 / last 103 (+21 mm Hg).</a:t>
            </a:r>
          </a:p>
          <a:p>
            <a:pPr/>
            <a:r>
              <a:rPr sz="1800"/>
              <a:t>NL queries reproduce the same results as the structured dropdown.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and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Modular design, single source of truth, docstrings.</a:t>
            </a:r>
          </a:p>
          <a:p>
            <a:pPr/>
            <a:r>
              <a:rPr sz="1800"/>
              <a:t>170 automated tests, ~94% line coverage (85% gate); all run offline.</a:t>
            </a:r>
          </a:p>
          <a:p>
            <a:pPr/>
            <a:r>
              <a:rPr sz="1800"/>
              <a:t>Managed with uv; secrets only in .env; clean, logical git history.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Welcome page -&gt; enter the Doctor workspace (role cards).</a:t>
            </a:r>
          </a:p>
          <a:p>
            <a:pPr/>
            <a:r>
              <a:rPr sz="1800"/>
              <a:t>Structured trend question -&gt; chart and generated code.</a:t>
            </a:r>
          </a:p>
          <a:p>
            <a:pPr/>
            <a:r>
              <a:rPr sz="1800"/>
              <a:t>Same question in natural language -&gt; identical result.</a:t>
            </a:r>
          </a:p>
          <a:p>
            <a:pPr/>
            <a:r>
              <a:rPr sz="1800"/>
              <a:t>Force a correction (demo typo toggle) -&gt; the corrector repairs the code.</a:t>
            </a:r>
          </a:p>
          <a:p>
            <a:pPr/>
            <a:r>
              <a:rPr sz="1800"/>
              <a:t>Edge case: unknown admission -&gt; clear "not found".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/>
            <a:r>
              <a:rPr sz="1800"/>
              <a:t>Predefined questions remain the trusted, default core; free-form code-gen is optional and guarded.</a:t>
            </a:r>
          </a:p>
          <a:p>
            <a:pPr/>
            <a:r>
              <a:rPr sz="1800"/>
              <a:t>Future: broaden the guarded code-gen catalog, a live SQL backend, richer charts, and presentation polish.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