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Lab Analysis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MIMIC-III based system for predefined clinical laboratory questions</a:t>
            </a:r>
          </a:p>
          <a:p>
            <a:r>
              <a:t>Team: Hala Hillou, Dana Nmarny, Anas Khoury, Alon Engel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Raw MIMIC-III lab data is large and hard to query ad hoc.</a:t>
            </a:r>
          </a:p>
          <a:p>
            <a:pPr>
              <a:defRPr sz="1800"/>
            </a:pPr>
            <a:r>
              <a:t>Goal: automatically answer a limited set of clinical questions about an admission, a lab test, or a patient.</a:t>
            </a:r>
          </a:p>
          <a:p>
            <a:pPr>
              <a:defRPr sz="1800"/>
            </a:pPr>
            <a:r>
              <a:t>Must be reliable and transparent.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system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Takes one predefined question + parameters.</a:t>
            </a:r>
          </a:p>
          <a:p>
            <a:pPr>
              <a:defRPr sz="1800"/>
            </a:pPr>
            <a:r>
              <a:t>Generates executable Python code, runs it, validates, corrects if needed, presents the result and the code.</a:t>
            </a:r>
          </a:p>
          <a:p>
            <a:pPr>
              <a:defRPr sz="1800"/>
            </a:pPr>
            <a:r>
              <a:t>11 supported question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Layered, registry-driven pipeline:</a:t>
            </a:r>
          </a:p>
          <a:p>
            <a:pPr>
              <a:defRPr sz="1800"/>
            </a:pPr>
            <a:r>
              <a:t>question id -&gt; generate code -&gt; execute -&gt; validate -&gt; correct -&gt; present.</a:t>
            </a:r>
          </a:p>
          <a:p>
            <a:pPr>
              <a:defRPr sz="1800"/>
            </a:pPr>
            <a:r>
              <a:t>One question registry is the single source of truth (UI, generation, validation, pipeline read from 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11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Abnormal results; latest value; trend; all tests; first-vs-last.</a:t>
            </a:r>
          </a:p>
          <a:p>
            <a:pPr>
              <a:defRPr sz="1800"/>
            </a:pPr>
            <a:r>
              <a:t>Summary stats; abnormal vs normal counts; abnormal-by-test.</a:t>
            </a:r>
          </a:p>
          <a:p>
            <a:pPr>
              <a:defRPr sz="1800"/>
            </a:pPr>
            <a:r>
              <a:t>Distinct abnormal tests; date-range values; patient admissions.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generation, validation,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Template generation, e.g. result = get_lab_trend(107521, 51221).</a:t>
            </a:r>
          </a:p>
          <a:p>
            <a:pPr>
              <a:defRPr sz="1800"/>
            </a:pPr>
            <a:r>
              <a:t>Validation: expected columns + per-question rules.</a:t>
            </a:r>
          </a:p>
          <a:p>
            <a:pPr>
              <a:defRPr sz="1800"/>
            </a:pPr>
            <a:r>
              <a:t>Correction: bounded rule-based retry for generated-code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Controlled AI / NLP (optional LLM)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Optional natural-language box routes free text to ONE supported template.</a:t>
            </a:r>
          </a:p>
          <a:p>
            <a:pPr>
              <a:defRPr sz="1800"/>
            </a:pPr>
            <a:r>
              <a:t>Never generates free-form code; rejects unmappable input.</a:t>
            </a:r>
          </a:p>
          <a:p>
            <a:pPr>
              <a:defRPr sz="1800"/>
            </a:pPr>
            <a:r>
              <a:t>Rule-based by default; optional LLM-assisted fallback (Anthropic/OpenAI/Gemini) when an API key is set - model only selects a template.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 selection + dynamic inputs + per-question help captions.</a:t>
            </a:r>
          </a:p>
          <a:p>
            <a:pPr>
              <a:defRPr sz="1800"/>
            </a:pPr>
            <a:r>
              <a:t>Results: metric cards, trend chart, color-coded status.</a:t>
            </a:r>
          </a:p>
          <a:p>
            <a:pPr>
              <a:defRPr sz="1800"/>
            </a:pPr>
            <a:r>
              <a:t>Tabs: result, generated code, validation, correction attempts.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All question types pass execution + validation across multiple admissions.</a:t>
            </a:r>
          </a:p>
          <a:p>
            <a:pPr>
              <a:defRPr sz="1800"/>
            </a:pPr>
            <a:r>
              <a:t>Chloride latest 103 mEq/L; Hematocrit trend 57.9% -&gt; 44.4%.</a:t>
            </a:r>
          </a:p>
          <a:p>
            <a:pPr>
              <a:defRPr sz="1800"/>
            </a:pPr>
            <a:r>
              <a:t>pO2 first 82 / last 103 (difference +21 mm Hg).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/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Modular design, single source of truth, docstrings.</a:t>
            </a:r>
          </a:p>
          <a:p>
            <a:pPr>
              <a:defRPr sz="1800"/>
            </a:pPr>
            <a:r>
              <a:t>72 automated tests, ~94% coverage (85% gate enforced).</a:t>
            </a:r>
          </a:p>
          <a:p>
            <a:pPr>
              <a:defRPr sz="1800"/>
            </a:pPr>
            <a:r>
              <a:t>Managed with uv; clean git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Structured trend question -&gt; chart.</a:t>
            </a:r>
          </a:p>
          <a:p>
            <a:pPr>
              <a:defRPr sz="1800"/>
            </a:pPr>
            <a:r>
              <a:t>Same question in natural language -&gt; identical result.</a:t>
            </a:r>
          </a:p>
          <a:p>
            <a:pPr>
              <a:defRPr sz="1800"/>
            </a:pPr>
            <a:r>
              <a:t>Edge case: unknown admission -&gt; clear 'not found' message.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Predefined questions only (by design).</a:t>
            </a:r>
          </a:p>
          <a:p>
            <a:pPr>
              <a:defRPr sz="1800"/>
            </a:pPr>
            <a:r>
              <a:t>Future: LLM-assisted routing, broader question set, live SQL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